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c948141501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c948141501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948141501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948141501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516476" y="72175"/>
            <a:ext cx="26562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Vehicle Health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669825" y="834497"/>
            <a:ext cx="10161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Make: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593625" y="1480575"/>
            <a:ext cx="10161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Model: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746025" y="2114126"/>
            <a:ext cx="76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Year: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365025" y="2753575"/>
            <a:ext cx="119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Total KM: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298225" y="3411026"/>
            <a:ext cx="23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Additional Problems: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4203925" y="4124325"/>
            <a:ext cx="12813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Diagnose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4902975" y="800725"/>
            <a:ext cx="1464900" cy="46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Honda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4902975" y="1456074"/>
            <a:ext cx="1464900" cy="46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Civic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4907777" y="2097043"/>
            <a:ext cx="1464900" cy="46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2012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4902975" y="2787925"/>
            <a:ext cx="1464900" cy="46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180000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4889625" y="3436375"/>
            <a:ext cx="2440500" cy="46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P0301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/>
        </p:nvSpPr>
        <p:spPr>
          <a:xfrm>
            <a:off x="3159000" y="66700"/>
            <a:ext cx="282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Health Output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2881950" y="1145650"/>
            <a:ext cx="554100" cy="5541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3588450" y="1145650"/>
            <a:ext cx="554100" cy="5541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4294950" y="1145650"/>
            <a:ext cx="554100" cy="554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5001450" y="1145650"/>
            <a:ext cx="554100" cy="554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5707950" y="1145650"/>
            <a:ext cx="554100" cy="554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3398550" y="649575"/>
            <a:ext cx="2346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Overall Health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3124050" y="1967763"/>
            <a:ext cx="289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Identified Problems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333000" y="3313075"/>
            <a:ext cx="28260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accent1"/>
                </a:solidFill>
              </a:rPr>
              <a:t>Cracked Engine Block</a:t>
            </a:r>
            <a:endParaRPr sz="1800" u="sng">
              <a:solidFill>
                <a:schemeClr val="accent1"/>
              </a:solidFill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503875" y="3885825"/>
            <a:ext cx="171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accent1"/>
                </a:solidFill>
              </a:rPr>
              <a:t>Oil Change</a:t>
            </a:r>
            <a:endParaRPr sz="1800" u="sng">
              <a:solidFill>
                <a:schemeClr val="accent1"/>
              </a:solidFill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811675" y="2789900"/>
            <a:ext cx="1410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</a:rPr>
              <a:t>Problem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3398559" y="2789892"/>
            <a:ext cx="2346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</a:rPr>
              <a:t>Severity Rating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6184400" y="2789875"/>
            <a:ext cx="251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</a:rPr>
              <a:t>Complexity Rating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3509700" y="3466825"/>
            <a:ext cx="201600" cy="201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/>
          <p:nvPr/>
        </p:nvSpPr>
        <p:spPr>
          <a:xfrm>
            <a:off x="3787500" y="3466825"/>
            <a:ext cx="201600" cy="201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4"/>
          <p:cNvSpPr/>
          <p:nvPr/>
        </p:nvSpPr>
        <p:spPr>
          <a:xfrm>
            <a:off x="4065300" y="3466825"/>
            <a:ext cx="201600" cy="201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4"/>
          <p:cNvSpPr/>
          <p:nvPr/>
        </p:nvSpPr>
        <p:spPr>
          <a:xfrm>
            <a:off x="4369650" y="3466825"/>
            <a:ext cx="201600" cy="201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4"/>
          <p:cNvSpPr/>
          <p:nvPr/>
        </p:nvSpPr>
        <p:spPr>
          <a:xfrm>
            <a:off x="4647450" y="3466825"/>
            <a:ext cx="201600" cy="201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/>
        </p:nvSpPr>
        <p:spPr>
          <a:xfrm>
            <a:off x="4849050" y="3336775"/>
            <a:ext cx="121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Extreme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3509700" y="4015875"/>
            <a:ext cx="201600" cy="2016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/>
          <p:nvPr/>
        </p:nvSpPr>
        <p:spPr>
          <a:xfrm>
            <a:off x="3787500" y="4015875"/>
            <a:ext cx="201600" cy="20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4"/>
          <p:cNvSpPr/>
          <p:nvPr/>
        </p:nvSpPr>
        <p:spPr>
          <a:xfrm>
            <a:off x="4065300" y="4015875"/>
            <a:ext cx="201600" cy="20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4343100" y="4015875"/>
            <a:ext cx="201600" cy="20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4620900" y="4015875"/>
            <a:ext cx="201600" cy="20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4878149" y="3885825"/>
            <a:ext cx="72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Low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6346650" y="3466825"/>
            <a:ext cx="201600" cy="2016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6624450" y="3466825"/>
            <a:ext cx="201600" cy="2016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6902250" y="3466825"/>
            <a:ext cx="201600" cy="2016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7180050" y="3466825"/>
            <a:ext cx="201600" cy="2016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7457850" y="3466825"/>
            <a:ext cx="201600" cy="2016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663664" y="3336775"/>
            <a:ext cx="72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High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6346650" y="4015875"/>
            <a:ext cx="201600" cy="2016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6624450" y="4015875"/>
            <a:ext cx="201600" cy="20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6902250" y="4015875"/>
            <a:ext cx="201600" cy="20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7180050" y="4015875"/>
            <a:ext cx="201600" cy="20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7457850" y="4015875"/>
            <a:ext cx="201600" cy="20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670722" y="3885825"/>
            <a:ext cx="72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Low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/>
        </p:nvSpPr>
        <p:spPr>
          <a:xfrm>
            <a:off x="2336400" y="116675"/>
            <a:ext cx="447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Current Job: Oil Change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190950" y="630625"/>
            <a:ext cx="1018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Parts: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509150" y="1119475"/>
            <a:ext cx="3840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0W-20 Full Synthetic Motor Oil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Oil Filter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14mm Oil Drain Plug Crush Washer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Oil Filter Wrench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17mm Socket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4794750" y="1119489"/>
            <a:ext cx="4052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Oil Drain Pan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Funnel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Gloves and Rags/Paper Towels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Jack and Jack Stands or Ramps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339350" y="1266300"/>
            <a:ext cx="169800" cy="169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339350" y="1517675"/>
            <a:ext cx="169800" cy="169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339350" y="1819525"/>
            <a:ext cx="169800" cy="169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339350" y="2069575"/>
            <a:ext cx="169800" cy="169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339350" y="2372750"/>
            <a:ext cx="169800" cy="169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4624950" y="1266300"/>
            <a:ext cx="169800" cy="169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4624950" y="1517675"/>
            <a:ext cx="169800" cy="169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4624950" y="1819525"/>
            <a:ext cx="169800" cy="169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4624950" y="2110767"/>
            <a:ext cx="169800" cy="169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90950" y="2641355"/>
            <a:ext cx="158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Tutorials: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509150" y="3380225"/>
            <a:ext cx="2917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accent1"/>
                </a:solidFill>
              </a:rPr>
              <a:t>Changing oil on 2012 civic</a:t>
            </a:r>
            <a:endParaRPr sz="1800" u="sng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accent1"/>
                </a:solidFill>
              </a:rPr>
              <a:t>How to change cars oil</a:t>
            </a:r>
            <a:endParaRPr sz="1800" u="sng">
              <a:solidFill>
                <a:schemeClr val="accent1"/>
              </a:solidFill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4794750" y="3045675"/>
            <a:ext cx="2991300" cy="170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4625043" y="1262334"/>
            <a:ext cx="169800" cy="169800"/>
          </a:xfrm>
          <a:prstGeom prst="mathMultiply">
            <a:avLst>
              <a:gd fmla="val 23520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4628933" y="1520813"/>
            <a:ext cx="169800" cy="169800"/>
          </a:xfrm>
          <a:prstGeom prst="mathMultiply">
            <a:avLst>
              <a:gd fmla="val 23520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4632823" y="1821724"/>
            <a:ext cx="169800" cy="169800"/>
          </a:xfrm>
          <a:prstGeom prst="mathMultiply">
            <a:avLst>
              <a:gd fmla="val 23520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4626104" y="2112026"/>
            <a:ext cx="169800" cy="169800"/>
          </a:xfrm>
          <a:prstGeom prst="mathMultiply">
            <a:avLst>
              <a:gd fmla="val 23520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